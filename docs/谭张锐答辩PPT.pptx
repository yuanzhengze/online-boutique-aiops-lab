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ChaosMesh 故障注入实验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</a:defRPr>
            </a:pPr>
            <a:r>
              <a:t>5 大类 22 种故障注入 | 自动化循环注入 v4 | 24 小时持续运行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5669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5 种核心故障配置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011680" cy="32004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PodKill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cartservice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30s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K8s 自动恢复验证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2011680" cy="32004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NetworkDelay 500ms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recommendationservice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06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120s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首页加载延迟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2011680" cy="32004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NetworkLoss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120s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前端可用性下降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2011680" cy="3200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CPUStress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productcatalogservice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29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120s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429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资源耗尽影响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40480"/>
            <a:ext cx="2011680" cy="3200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MemoryStress 256MB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currencyservice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840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120s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内存压力影响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扩展实验：渐进式参数(4) + 复合故障(3) + HTTP层(3) + 时钟故障(2) + Review Service(3) = 17种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64592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自动化循环注入脚本 v4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t>● 5 种核心故障，每种随机 3-5 次/轮（真随机）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t>● 严格串行注入，同一时间只有一个实验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895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t>● 20 分钟间隔，确保正常基线数据充足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2369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t>● 24 小时循环，自动记录时间线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5844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t>● 脚本历经 v1→v4 四版迭代优化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38912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</a:defRPr>
            </a:pPr>
            <a:r>
              <a:t>Ground Truth 时间线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9377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</a:defRPr>
            </a:pPr>
            <a:r>
              <a:t>experiment,start_epoch,end_epoch,status</a:t>
            </a:r>
            <a:br/>
            <a:r>
              <a:t>pod-kill-cartservice,1780758937,1780759035,success</a:t>
            </a:r>
            <a:br/>
            <a:r>
              <a:t>network-delay-...,1780768459,1780768588,success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760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算法组通过 start_epoch/end_epoch 精确对齐 Prometheus 监控数据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Review Service 微服务开发 &amp; JMeter 性能测试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Review Service 商品评价服务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</a:defRPr>
            </a:pPr>
            <a:r>
              <a:t>API 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00"/>
                </a:solidFill>
              </a:defRPr>
            </a:pPr>
            <a:r>
              <a:t>GET /healthz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</a:defRPr>
            </a:pPr>
            <a:r>
              <a:t>健康检查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00"/>
                </a:solidFill>
              </a:defRPr>
            </a:pPr>
            <a:r>
              <a:t>GET /reviews?product_id=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</a:defRPr>
            </a:pPr>
            <a:r>
              <a:t>查询商品评价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00"/>
                </a:solidFill>
              </a:defRPr>
            </a:pPr>
            <a:r>
              <a:t>GET /reviews/summary?product_id=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</a:defRPr>
            </a:pPr>
            <a:r>
              <a:t>评分统计（平均分+星级分布）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00"/>
                </a:solidFill>
              </a:defRPr>
            </a:pPr>
            <a:r>
              <a:t>POST /reviews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</a:defRPr>
            </a:pPr>
            <a:r>
              <a:t>提交评价（含参数校验）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000"/>
                </a:solidFill>
              </a:defRPr>
            </a:pPr>
            <a:r>
              <a:t>GET /metrics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368"/>
                </a:solidFill>
              </a:defRPr>
            </a:pPr>
            <a:r>
              <a:t>Prometheus 监控指标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</a:defRPr>
            </a:pPr>
            <a:r>
              <a:t>前端集成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✓ 评分统计卡片 + 星级分布条形图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✓ 评价筛选标签（全部/好评/中评/差评）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✓ 情感标签（positive/neutral/negative）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✓ 提交评价表单（用户名+评分+内容）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✓ 优雅降级：服务不可用时显示提示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</a:defRPr>
            </a:pPr>
            <a:r>
              <a:t>技术亮点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● ConfigMap 挂载模板，无需重编译 Go 二进制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52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● Go 模板引擎 JS 转义处理（\x7B\x7B 技巧）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26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</a:defRPr>
            </a:pPr>
            <a:r>
              <a:t>● Python 零依赖，ThreadingHTTPServer + 线程安全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18872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JMeter 性能测试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</a:defRPr>
            </a:pPr>
            <a:r>
              <a:t>测试结果对比（50 并发用户）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103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</a:defRPr>
            </a:pPr>
            <a:r>
              <a:t>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103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</a:defRPr>
            </a:pPr>
            <a:r>
              <a:t>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103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</a:defRPr>
            </a:pPr>
            <a:r>
              <a:t>PodKill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103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</a:defRPr>
            </a:pPr>
            <a:r>
              <a:t>NetDelay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2103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</a:defRPr>
            </a:pPr>
            <a:r>
              <a:t>NetLoss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响应时间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1.71s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A4335"/>
                </a:solidFill>
              </a:defRPr>
            </a:pPr>
            <a:r>
              <a:t>N/A(500)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2.21s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不稳定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651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错误率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651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651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A4335"/>
                </a:solidFill>
              </a:defRPr>
            </a:pPr>
            <a:r>
              <a:t>&gt;0%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651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2651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A4335"/>
                </a:solidFill>
              </a:defRPr>
            </a:pPr>
            <a:r>
              <a:t>~30%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吞吐量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~29/s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降低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降低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</a:defRPr>
            </a:pPr>
            <a:r>
              <a:t>显著降低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</a:defRPr>
            </a:pPr>
            <a:r>
              <a:t>关键结论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● PodKill → HTTP 500 但 K8s 30s 自动恢复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● NetworkDelay → 响应时间增加 ~300ms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</a:defRPr>
            </a:pPr>
            <a:r>
              <a:t>● NetworkLoss → 丢包率与失败率基本一致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41148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4"/>
                </a:solidFill>
              </a:defRPr>
            </a:pPr>
            <a:r>
              <a:t>运维排障记录（6 项）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466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4335"/>
                </a:solidFill>
              </a:defRPr>
            </a:pPr>
            <a:r>
              <a:t>Chaos Dashboard 30960 不通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A853"/>
                </a:solidFill>
              </a:defRPr>
            </a:pPr>
            <a:r>
              <a:t>→ Service selector 不匹配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937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4335"/>
                </a:solidFill>
              </a:defRPr>
            </a:pPr>
            <a:r>
              <a:t>Grafana 32000 不通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A853"/>
                </a:solidFill>
              </a:defRPr>
            </a:pPr>
            <a:r>
              <a:t>→ 端口被 chaos-dashboard 占用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5212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4335"/>
                </a:solidFill>
              </a:defRPr>
            </a:pPr>
            <a:r>
              <a:t>Prometheus cadvisor 停采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A853"/>
                </a:solidFill>
              </a:defRPr>
            </a:pPr>
            <a:r>
              <a:t>→ node proxy 连接断开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5486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4335"/>
                </a:solidFill>
              </a:defRPr>
            </a:pPr>
            <a:r>
              <a:t>Chaos Mesh webhook 失败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5486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A853"/>
                </a:solidFill>
              </a:defRPr>
            </a:pPr>
            <a:r>
              <a:t>→ controller Pod 老化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5760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4335"/>
                </a:solidFill>
              </a:defRPr>
            </a:pPr>
            <a:r>
              <a:t>CSS 样式不生效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5760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A853"/>
                </a:solidFill>
              </a:defRPr>
            </a:pPr>
            <a:r>
              <a:t>→ Go 模板无 link 标签引用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6035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4335"/>
                </a:solidFill>
              </a:defRPr>
            </a:pPr>
            <a:r>
              <a:t>双进程并行注入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6035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A853"/>
                </a:solidFill>
              </a:defRPr>
            </a:pPr>
            <a:r>
              <a:t>→ 修正为单进程运行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